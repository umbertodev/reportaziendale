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{{titolo}}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{{venditore}} · {{mese}}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0"/>
                </a:solidFill>
              </a:rPr>
              <a:t>Stato recap: {{stato_recap}}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Sintesi del mese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{{sintesi}}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{{venditore}} · {{mese}}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Attività e risultati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{{risultati}}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{{venditore}} · {{mese}}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Clienti e opportunità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{{clienti_opportunita}}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{{venditore}} · {{mese}}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Criticità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{{criticita}}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{{venditore}} · {{mese}}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Prossimi passi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{{prossimi_passi}}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{{venditore}} · {{mese}}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mensile venditore</dc:title>
  <dc:subject>PptxGenJS Presentation</dc:subject>
  <dc:creator>PptxGenJS</dc:creator>
  <cp:lastModifiedBy>PptxGenJS</cp:lastModifiedBy>
  <cp:revision>1</cp:revision>
  <dcterms:created xsi:type="dcterms:W3CDTF">2026-09-30T10:38:50Z</dcterms:created>
  <dcterms:modified xsi:type="dcterms:W3CDTF">2026-09-30T10:38:50Z</dcterms:modified>
</cp:coreProperties>
</file>